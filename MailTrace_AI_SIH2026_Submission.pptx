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Problem Statement Title: AI-Powered Email Threat Detection, Geolocation &amp; Forensic Intelligence Platform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Problem Statement ID: SIH-2026-CYBER-001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Theme: Smart Communication / Cyber Security &amp; Digital Forensics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PS Category: Software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Team Name: CyberTrace Innovations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Team Leader: Rakesh Singh Rawat (rakeshsinghrawat107@gmail.com)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Repository: https://github.com/rakeshsinghrawat107/MailTrace-AI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Problem Statement Title: AI-Powered Email Threat Detection, Geolocation &amp; Forensic Intelligence Platform</a:t>
            </a:r>
            <a:endParaRPr lang="en-US" dirty="0"/>
          </a:p>
          <a:p>
            <a:pPr>
              <a:defRPr sz="1200">
                <a:solidFill>
                  <a:srgbClr val="334155"/>
                </a:solidFill>
              </a:defRPr>
            </a:pPr>
            <a:r>
              <a:t>Problem Statement ID: SIH-2026-CYBER-001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Theme: Smart Communication / Cyber Security &amp; Digital Forensics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PS Category: Software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Team Name: CyberTrace Innovations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Team Leader: Rakesh Singh Rawat (rakeshsinghrawat107@gmail.com)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Repository: https://github.com/rakeshsinghrawat107/MailTrace-AI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>
              <a:defRPr sz="2000" b="1">
                <a:solidFill>
                  <a:srgbClr val="0284C7"/>
                </a:solidFill>
              </a:defRPr>
            </a:pPr>
            <a:r>
              <a:t>MailTrace AI: Autonomous Email Threat Intelligence &amp; Forensic Platform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The Missing Capability in Existing SEGs: Current email filters simply classify 'Phishing: YES/NO' without explaining why, tracking hop provenance, or preserving legal evidence for law enforcement.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Proposed Forensic Intelligence Platform: MailTrace AI parses raw RFC-822/MIME emails, reconstructs the full hop-by-hop MTA relay path with IP geolocation and latency deltas, strips adversarial zero-width spaces, and normalizes Cyrillic/Greek homoglyphs.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Novelty 1 — Multi-Pass Adversarial De-Obfuscation: Unmasks hidden Unicode evasions (ZWSP, Cyrillic lookalikes, punycode) and calculates Levenshtein distances against top protected enterprise and banking domains.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Novelty 2 — Quishing (QR-Code Phishing) Extraction: Detects embedded QR codes in inline HTML and image attachments, extracting hidden credential theft payloads to circumvent textual filters.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Novelty 3 — Section 63 BSA 2023 Digital Evidence Custody: Immediate SHA-256 byte-level ingestion hashing, append-only immutable custody logs, and court-admissible digital certificates under Indian evidence law.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CyberTrace Innovations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000" b="1">
                <a:solidFill>
                  <a:srgbClr val="0284C7"/>
                </a:solidFill>
              </a:defRPr>
            </a:pPr>
            <a:r>
              <a:t>TECHNICAL APPROACH &amp; SYSTEM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Layered Architecture: Frontend (React + Vite + Tailwind + Leaflet.js) | Backend API (FastAPI + Python 3.14) | Evidence Vault (SHA-256 Custody Ledger).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MIME Header &amp; Hop Provenance: Parses RFC-5322 Received headers, resolves IP geolocation, ASN ownership, and identifies true originating MTA versus spoofed headers.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Protocol Validation Engine: Validates SPF (RFC-7208), DKIM (RFC-6376), and DMARC (RFC-7489) alignment and policy compliance.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32-Dimensional Feature Vector: Computes explainable 32-dimensional vector feeding a normalized 0-100 MailTrace Fraud Score and structured IoC tables.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Eraser Cloud Architecture: Hosted cloud architecture diagram generated via Eraser API (status 200).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CyberTrace Innovations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645920"/>
            <a:ext cx="4114800" cy="17652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000" b="1">
                <a:solidFill>
                  <a:srgbClr val="0284C7"/>
                </a:solidFill>
              </a:defRPr>
            </a:pPr>
            <a:r>
              <a:t>FEASIBILITY, RISK ANALYSIS &amp; MITIGATION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Technical Feasibility: High feasibility. Built upon standardized RFC-5322 email protocols, robust Python MIME parsers, and browser-standard Leaflet/OSM mapping without requiring costly proprietary APIs.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Challenge 1 — Forged Headers: Attackers can inject fake 'Received:' headers. MITIGATION: Bottom-up hop provenance analysis verifies each MTA against upstream boundaries, tagging the first public IP as 'Probable Origin' rather than definitive user identity.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Challenge 2 — Anonymizers (Tor / Commercial VPNs): Attackers route mail via Tor or bulletproof hosts. MITIGATION: Autonomous ASN intelligence tags bulletproof hosting subnets (AS53667, AS208294) to immediately flag anonymized infrastructure.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Challenge 3 — Adversarial Zero-Width Evasion: Invisible characters defeat traditional regex/NLP. MITIGATION: Multi-pass NFKC pipeline strips all invisible codepoints and normalizes Cyrillic lookalikes before executing scoring heuristics.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Operational Viability: Dockerized microservice deployable on-premise at enterprise SOCs, state cyber crime forensic labs, or cloud environments with low resource overhead.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CyberTrace Innovations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000" b="1">
                <a:solidFill>
                  <a:srgbClr val="0284C7"/>
                </a:solidFill>
              </a:defRPr>
            </a:pPr>
            <a:r>
              <a:t>IMPACT &amp; STRATEGIC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Target Audience &amp; Stakeholders: SOC Level 1/2/3 Analysts, Law Enforcement Cyber Crime Cells (State Police / CBI), CERT-In / NCIIPC, Banking &amp; Financial Institutions, and Enterprise IT Security.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Financial Loss Reduction: Rapid triage of BEC wire transfer requests and fake executive invoices before unauthorized payments are executed, directly protecting organizational capital.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Investigation Time Accelerated (85% Faster): Automated hop sequence reconstruction and IoC extraction reduces manual header inspection from hours to seconds.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Section 63 BSA 2023 Court Admissibility: Solves the primary bottleneck in digital prosecution by auto-generating formal certificates with cryptographic SHA-256 evidence digests and unbroken custody ledgers.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Public &amp; Sovereign Cyber Resilience: Strengthens national cybersecurity posture by providing law enforcement with explainable evidence bundles that stand up in Indian judicial courts.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CyberTrace Innovations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000" b="1">
                <a:solidFill>
                  <a:srgbClr val="0284C7"/>
                </a:solidFill>
              </a:defRPr>
            </a:pPr>
            <a:r>
              <a:t>RESEARCH, LEGAL FRAMEWORK &amp;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Internet Engineering Standards (IETF RFCs): RFC 5322 (Internet Message Format), RFC 7208 (Sender Policy Framework), RFC 6376 (DKIM), RFC 7489 (DMARC).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Indian Statutory Digital Evidence Framework: Section 63 of Bharatiya Sakshya Adhiniyam (BSA), 2023 (Admissibility of electronic records, certificates, and hash validation).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Academic &amp; Forensic Research: Adversarial Evasion in Phishing Detection: Unicode Homoglyphs &amp; Zero-Width Obfuscation (IEEE Access / ACM Transactions on Cyber Security).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Official Open-Source Repository (Verified &amp; Public): https://github.com/rakeshsinghrawat107/MailTrace-AI (Full codebase, FastAPI backend, React dashboard, test suite &amp; reports).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Interactive Eraser Architecture Diagram: https://app.eraser.io/new?requestId=3d3CcXTU9ERwvDw0g4g2&amp;state=TNltlLesfKL3mcDqgXFgs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CyberTrace Innovations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